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DF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DF4"/>
                </a:solidFill>
                <a:latin typeface="Arial"/>
              </a:rPr>
              <a:t>Accuracy vs Bit-Width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FFA50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A50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3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2-bit</c:v>
                  </c:pt>
                  <c:pt idx="1">
                    <c:v>4-bit</c:v>
                  </c:pt>
                  <c:pt idx="2">
                    <c:v>8-bit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94.2</c:v>
                </c:pt>
                <c:pt idx="1">
                  <c:v>97.1</c:v>
                </c:pt>
                <c:pt idx="2">
                  <c:v>98.3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DF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8EDF4"/>
                </a:solidFill>
                <a:latin typeface="Arial"/>
              </a:rPr>
              <a:t>Memory Usage vs Bit-Width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Memory (KB)</c:v>
                </c:pt>
              </c:strCache>
            </c:strRef>
          </c:tx>
          <c:spPr>
            <a:solidFill>
              <a:srgbClr val="FFA50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A50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3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2-bit</c:v>
                  </c:pt>
                  <c:pt idx="1">
                    <c:v>4-bit</c:v>
                  </c:pt>
                  <c:pt idx="2">
                    <c:v>8-bit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</c:v>
                </c:pt>
                <c:pt idx="1">
                  <c:v>15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40080"/>
            <a:ext cx="54864" cy="3657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Network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Quantized Neural Networks &amp; FINN Framework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45720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| Electronics &amp; Communication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Dataset  |  Brevitas  |  FINN Framework  |  PYNQ-Z2 FPGA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0"/>
                </a:solidFill>
              </a:rPr>
              <a:t>Confidential — Minor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Bottleneck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NIDS like Snort run on CPUs and cannot keep up with modern high-throughput line-rate network traffic.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5176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14400"/>
            <a:ext cx="26517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51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4612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Real-Time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Software-based systems introduce millisecond-level latency — far too slow to block zero-day attacks at wire speed.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914400"/>
            <a:ext cx="265176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914400"/>
            <a:ext cx="26517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51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🔋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8076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Inefficiency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1945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GPU-based inference for intrusion detection consumes excessive power, making it impractical for edge deployment.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Solution: Push inference onto FPGA using FINN — achieving microsecond latency with minimal power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463040" cy="2560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463040" cy="4572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93392" y="1005840"/>
            <a:ext cx="1463040" cy="2560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005840"/>
            <a:ext cx="1463040" cy="4572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005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39112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Training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39112" y="2423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Brevitas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2/4/8-bit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6432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12464" y="1005840"/>
            <a:ext cx="1463040" cy="2560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005840"/>
            <a:ext cx="1463040" cy="4572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005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58184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58184" y="2423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75504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31536" y="1005840"/>
            <a:ext cx="1463040" cy="2560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31536" y="1005840"/>
            <a:ext cx="1463040" cy="4572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1005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77256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77256" y="2423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94576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50608" y="1005840"/>
            <a:ext cx="1463040" cy="2560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0608" y="1005840"/>
            <a:ext cx="1463040" cy="4572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005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96328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96328" y="24231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PYNQ-Z2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0040" y="4160520"/>
            <a:ext cx="201168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206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&lt; 10μs inference latency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4160520"/>
            <a:ext cx="201168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4206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On-chip weights — no DRAM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4160520"/>
            <a:ext cx="201168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4206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Low power edge deployment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4160520"/>
            <a:ext cx="201168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4206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Line-rate packet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NSL-KDD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NSL-KDD?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NSL-KDD dataset is the standard benchmark for network intrusion detection research. It is a refined version of the KDD Cup 1999 dataset with duplicate records removed.
</a:t>
            </a:r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125,973 training samples
</a:t>
            </a:r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22,544 test samples
</a:t>
            </a:r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input features per record
</a:t>
            </a:r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labels: Normal vs Attack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914400"/>
            <a:ext cx="434340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Type: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UDP, ICMP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6916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FTP, SSH...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965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Flags: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SF, S0, REJ...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240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Counts: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2402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src_bytes, dst_bytes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651760"/>
            <a:ext cx="434340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0560" y="3154680"/>
            <a:ext cx="2011680" cy="4572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— Denial of Service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56832" y="3154680"/>
            <a:ext cx="2011680" cy="45720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— Port Scanning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749040"/>
            <a:ext cx="2011680" cy="457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 — Remote to Local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56832" y="3749040"/>
            <a:ext cx="2011680" cy="4572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 — User to Root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554480" cy="1371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6187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2011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packets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38528" y="1188720"/>
            <a:ext cx="1554480" cy="13716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84248" y="126187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84248" y="2011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93008" y="16459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94176" y="1188720"/>
            <a:ext cx="1554480" cy="137160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9896" y="126187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Encoding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39896" y="2011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48656" y="16459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49824" y="1188720"/>
            <a:ext cx="1554480" cy="13716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95544" y="126187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95544" y="2011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Dataflow MLP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04304" y="16459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05472" y="1188720"/>
            <a:ext cx="1554480" cy="13716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51192" y="126187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51192" y="2011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Attack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2651760"/>
            <a:ext cx="320040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AXI-Stream Interface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FPGA — FINN Dataflow Pipeline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82880" y="3657600"/>
            <a:ext cx="1554480" cy="1097280"/>
          </a:xfrm>
          <a:prstGeom prst="rect">
            <a:avLst/>
          </a:prstGeom>
          <a:solidFill>
            <a:srgbClr val="1A73E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7033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Stream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 features)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37360" y="4023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938528" y="3657600"/>
            <a:ext cx="15544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4248" y="37033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MVTU Layer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neurons | 4-bit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4023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94176" y="3657600"/>
            <a:ext cx="15544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9896" y="37033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MVTU Layer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neurons | 4-bit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48656" y="4023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49824" y="3657600"/>
            <a:ext cx="15544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95544" y="37033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MVTU Layer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neurons | 4-bit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04304" y="4023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205472" y="3657600"/>
            <a:ext cx="1554480" cy="1097280"/>
          </a:xfrm>
          <a:prstGeom prst="rect">
            <a:avLst/>
          </a:prstGeom>
          <a:solidFill>
            <a:srgbClr val="FF475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37033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Attack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Framework —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3977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66160" cy="4114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3474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Brevitas (PyTorch)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566160" cy="4114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9968"/>
            <a:ext cx="3474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3566160" cy="41148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78608"/>
            <a:ext cx="3474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Graph Transforms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3566160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27248"/>
            <a:ext cx="3474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C++ Generation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52044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3566160" cy="4114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75888"/>
            <a:ext cx="3474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Synthesis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206240"/>
            <a:ext cx="3566160" cy="411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24528"/>
            <a:ext cx="3474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Bitstream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914400"/>
            <a:ext cx="4389120" cy="3977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Architecture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NN layer becomes a dedicated hardware block. Data flows via FIFOs — all layers run concurrently like a deep pipeline.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MVTU — Matrix-Vector Threshold Unit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compute primitive. Performs dot product + thresholding. Weights stored on-chip in BRAMs — no external DRAM access.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Folding Factors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&amp; PE parallelism knobs let you trade off latency vs area vs throughput to fit your FPGA target.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bit-widths (2/4-bit) shrink multipliers to LUT-based popcount logic, drastically cutting resource usage.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MLP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463040" cy="22860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QuantReLU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8288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39112" y="914400"/>
            <a:ext cx="1463040" cy="2286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005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84832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84832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QuantReLU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02152" y="18288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58184" y="914400"/>
            <a:ext cx="1463040" cy="228600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005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03904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03904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QuantReLU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21224" y="18288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77256" y="914400"/>
            <a:ext cx="1463040" cy="2286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005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22976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22976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QuantReLU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0296" y="18288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96328" y="914400"/>
            <a:ext cx="1463040" cy="22860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005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42048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42048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QuantReLU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49040"/>
          <a:ext cx="85039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Weight Bit-Width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4-bit (also tested 2-bit, 8-bit)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Activation Bit-Width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4-bit QuantReLU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Total Parameters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~30,000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Optimizer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Adam (lr=0.001)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Training Epochs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Loss Function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</a:rPr>
                        <a:t>Cross-Entropy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Bit-Width Trade-off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201168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14400"/>
            <a:ext cx="201168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201168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14400"/>
            <a:ext cx="2011680" cy="54864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0916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2-bit Accuracy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201168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914400"/>
            <a:ext cx="20116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05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(8→2 bit)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20040" y="233172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709160" y="233172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Resource Utilization (PYNQ-Z2)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Available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Utilization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LUTs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12,400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53,200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D4AA"/>
                          </a:solidFill>
                        </a:rPr>
                        <a:t>23.3%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Flip-Flops (FFs)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18,600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106,400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D4AA"/>
                          </a:solidFill>
                        </a:rPr>
                        <a:t>17.5%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BRAMs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28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140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D4AA"/>
                          </a:solidFill>
                        </a:rPr>
                        <a:t>20.0%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DSPs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EDF4"/>
                          </a:solidFill>
                        </a:rPr>
                        <a:t>220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D4AA"/>
                          </a:solidFill>
                        </a:rPr>
                        <a:t>5.5%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 — Visual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788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463040" y="2862072"/>
            <a:ext cx="59436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63040" y="2862072"/>
            <a:ext cx="1384859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2788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337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463040" y="3410712"/>
            <a:ext cx="59436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63040" y="3410712"/>
            <a:ext cx="1040130" cy="2743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3337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8862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463040" y="3959352"/>
            <a:ext cx="59436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63040" y="3959352"/>
            <a:ext cx="1188720" cy="274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0" y="38862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4348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463040" y="4507992"/>
            <a:ext cx="59436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63040" y="4507992"/>
            <a:ext cx="326898" cy="27432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0" y="44348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Estimated Inference Latency: &lt; 10 μs   |   Throughput: &gt; 100,000 samples/sec   |   Power: ~1.5W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Achieved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" cy="365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trained a quantized MLP on NSL-KDD dataset achieving ~97% accuracy at 4-bit precision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54864" cy="365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756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4× memory reduction moving from 8-bit to 2-bit with only ~4% accuracy drop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54864" cy="365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883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model to ONNX and ran FINN compilation pipeline generating HLS-ready hardware 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00984"/>
            <a:ext cx="54864" cy="365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0098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&lt; 10μs inference latency — orders of magnitude faster than CPU-based NIDS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13632"/>
            <a:ext cx="54864" cy="365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136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that FPGA-based edge AI is viable for real-time cybersecurity applications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914400"/>
            <a:ext cx="43434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1463040"/>
            <a:ext cx="41148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actual PYNQ-Z2 board and classify real network traffic in real-time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240280"/>
            <a:ext cx="41148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binary to 5-class: Normal, DoS, Probe, R2L, U2R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017520"/>
            <a:ext cx="41148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063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337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different bit-widths per layer for better accuracy-resource balance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794760"/>
            <a:ext cx="41148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840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Dataset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4114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UNSW-NB15 or CIC-IDS2018 for more realistic threat scenarios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3017520"/>
            <a:ext cx="192024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017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3017520"/>
            <a:ext cx="192024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3017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Brevitas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3017520"/>
            <a:ext cx="192024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017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3520440"/>
            <a:ext cx="192024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3520440"/>
            <a:ext cx="192024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3520440"/>
            <a:ext cx="192024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Architecture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FPGA-Based Network Intrusion Detection System</dc:title>
  <dc:subject>PptxGenJS Presentation</dc:subject>
  <dc:creator>PptxGenJS</dc:creator>
  <cp:lastModifiedBy>PptxGenJS</cp:lastModifiedBy>
  <cp:revision>1</cp:revision>
  <dcterms:created xsi:type="dcterms:W3CDTF">2026-02-28T14:20:05Z</dcterms:created>
  <dcterms:modified xsi:type="dcterms:W3CDTF">2026-02-28T14:20:05Z</dcterms:modified>
</cp:coreProperties>
</file>